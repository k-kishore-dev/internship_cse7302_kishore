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270" r:id="rId3"/>
    <p:sldId id="261" r:id="rId4"/>
    <p:sldId id="276" r:id="rId5"/>
    <p:sldId id="262" r:id="rId6"/>
    <p:sldId id="263" r:id="rId7"/>
    <p:sldId id="264" r:id="rId8"/>
    <p:sldId id="265" r:id="rId9"/>
    <p:sldId id="271" r:id="rId10"/>
    <p:sldId id="272" r:id="rId11"/>
    <p:sldId id="273" r:id="rId12"/>
    <p:sldId id="274" r:id="rId13"/>
    <p:sldId id="27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0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 custLinFactNeighborX="681" custLinFactNeighborY="-66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 custLinFactNeighborX="681" custLinFactNeighborY="-429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50621" y="809898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12886" y="809898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72300" y="801193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lvl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34565" y="801193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02/02/2026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Swati </a:t>
            </a: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INTERNSHIP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Pallavi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Mr.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Sanyal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87785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=""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=""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 KISHORE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20221IST0062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8IST01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88550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ERP Solutions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SmartERP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enterprise business application organization that 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innovative, cost-effective, and configurable ERP solutions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common business challenges. The company focuses on extending and enhancing existing ERP systems to meet specific business process requirements.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SmartERP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emphasizes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strong domain expertise, and long-term client relationships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helps deliver strategic business value to its customers. With a global workforce of over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 employees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SmartERP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24/7/365 support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clients worldwide.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deliver innovative, flexible, and cost-effective solutions that help organizations save time, improve productivity, reduce costs, and maximize return on investment.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080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9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Focus Areas: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user experience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automation and paperless workflows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systems with compliance and approvals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transactional analytics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system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76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4829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532" y="984070"/>
            <a:ext cx="10900954" cy="456329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 / Technology During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: Oracle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enterprise application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modules for HR, Finance, and Operations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role-based 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and reporting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business processes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centralized and consistent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by large organizations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as part of the Oracle Fusion Applications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Priyanka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acted as my mentor and guided me through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and support-related tasks during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completion and progress were reported to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Supriya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reporting were carried out in a remote and offline working environment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finding suitable internship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enterprise-level concepts during initial learning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Oracle Fusion Applications and business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new team and work culture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Oracle Fusion Applications and its usage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basic business workflows in HR and Finance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exposure to enterprise data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assigned tasks and complete them as per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guidelines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understanding of real-world enterprise applications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Fusion Applications is a cloud-based enterprise software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managing HR, Finance, and business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automating enterprise business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 across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security and access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reporting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adopted by large organizations and enterprises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Oracle Fusion Applications to understand enterprise business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and Finance workflows within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is managed and shared across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modulesPerform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assigned tasks under mentor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 and complete tasks 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exposure to cloud-based enterprise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face challenges in managing multiple business processes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HR, Finance, and Operations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separate systems. This leads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inconsistency, manual effort, and inefficiency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is a need for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centralized, secure, and cloud-based enterprise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integrate business processes and improve operational efficiency.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/ Laptop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internet connection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(Google Chrome / Mozilla Firefox)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Fusion Applications (Cloud Access)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 of business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 and operational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role-based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enterprise systems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534446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52206" y="2020388"/>
            <a:ext cx="12366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organization and Oracle Fusion Applications basics.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88823" y="2089647"/>
            <a:ext cx="121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core modules and basic business workflows.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21234" y="2089647"/>
            <a:ext cx="12104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enterprise data handling and reporting concepts.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40433" y="2125596"/>
            <a:ext cx="1254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Completing assigned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en-US" dirty="0"/>
              <a:t> and reporting progress.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8038011" y="2049100"/>
            <a:ext cx="12279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 evaluation of learning outcomes and overall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github.com/k-kishore-dev/INTERNSHIP_CSE7302_KISHORE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16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7076</TotalTime>
  <Words>735</Words>
  <Application>Microsoft Office PowerPoint</Application>
  <PresentationFormat>Widescreen</PresentationFormat>
  <Paragraphs>135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 KISHORE</cp:lastModifiedBy>
  <cp:revision>725</cp:revision>
  <dcterms:created xsi:type="dcterms:W3CDTF">2022-10-14T07:18:17Z</dcterms:created>
  <dcterms:modified xsi:type="dcterms:W3CDTF">2026-02-02T14:16:57Z</dcterms:modified>
</cp:coreProperties>
</file>